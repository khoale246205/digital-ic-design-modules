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60449-5219-42BB-8974-A4685B6EE4E6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F00C-7A5E-40D2-BACD-E36AE9B929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3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3F00C-7A5E-40D2-BACD-E36AE9B929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742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1A955-F021-CB13-25A4-DCFD243C74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14E0DC-6F2E-433E-476B-0234665DF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11069-41CB-B25A-9347-9DD349733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A303F-DDBB-6DBD-711D-BE869984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B04BA-3156-28CD-5628-600818459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207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CAE0-323E-5358-A5F0-476F931B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45C62-26BE-060A-594A-64EDA2AC1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ABB92-1838-E8FF-B711-71B366A1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A512C-F1EF-D49F-4244-1E30310F4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F8CC-DD2C-9CD9-B3F6-A76DDADC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762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3AAF-4FB4-5443-5600-6FC81D022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7565D6-A169-0E1C-33F1-76476339D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BE69E-3247-387F-5915-7210DB886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0D85-DA1E-E3A7-EA25-F4EB40151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68229-E868-7D65-535E-D4F43693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12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3FE7A-0978-4802-762B-827B09606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6031-CCDB-E4E5-C410-17B9AD8A71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D2A9F-5F49-3DA2-FC86-BA6A4929C7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6B692-96E7-7865-5BAA-E89191DB4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E9E24-8062-BC45-9110-4F3B6EF61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1409A-A45D-CE0E-B03C-DDB4447F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36C8-5DAC-CE21-2312-6EE09497C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EB372-3667-274E-D7EA-6A93EE3BE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43371-323B-E336-8109-1D9CB138A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BB33D-8788-2AD7-84B7-3541F429B6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AEC530-781F-1549-8404-87F74582A3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9EC53-0982-16F8-64C8-6B2B2254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D80983-4D60-C711-809F-9DBD3D47F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28586-9284-1ACC-F2D2-4F0FCBC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380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8F7A-75DF-F71D-B2A8-81DF08A1A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57C5A-DF77-8D1B-EC96-A9E66537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43109A-A55F-78FB-EAB1-249D29E9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3F7D1A-CEF6-6DFE-DE45-A5BD4A96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230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A5A67-DF36-82F6-729A-360518D4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2DE273-5BDB-2BA3-9BA7-5D4BB1AC1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D83B-009C-C39E-6CD5-43DB39468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33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D578-D3F4-90F1-25CA-E121F5022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EB5E4-A18B-A817-261E-5E59202D8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BFB66-A438-22EB-99DF-D6CD04F7C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5E874-74A6-E0C9-CB0E-B742D0183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49C54-2A3E-85D0-08DF-40C18A03E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DAD17-2556-F867-747A-763B6C860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1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D0DC-2B4F-B038-C96D-38FCCCEA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EB6215-2D7B-FA55-3134-682D9400B0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703BF-4BBC-271C-86DB-5B2C3D78D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0F8F2-F4F4-4D42-B57E-92287B58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55248-4327-7879-C9BC-8DDA52C3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B26164-CF79-E4A4-3DE6-6AC43D3E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88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ACCA6-68EC-2423-1D77-AEFAF2808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D43E59-42AE-F390-A2D1-3AA279BDB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70B4B-9C32-0520-6D99-311F77404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996E0-DA98-E448-A683-FBD1F3EE9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4A3B4-7F5A-4296-383B-C3E0592F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95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7E60B-F5D1-6865-4F78-4DEF06A7B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AFED5-D935-47C2-2E51-19176B1D6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4AB89-1848-8D18-B46B-D40D515E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52439-270D-8C25-E616-1D8D126A8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0795F-4D80-2C2C-86EF-463D530BE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97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E7842F-FE80-CDC4-1D4B-75CC05CC2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E072B6-1496-44A3-625D-7ACE228D8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5DD6E-9EBD-32F2-D79E-71F6DB6A4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2D0A7-8122-4843-B0FA-7CB5F5FA3293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07BF5-42A1-60B0-773F-A2D7A95D6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B03D5-010E-5AE7-CBF5-83A9147A6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F89A1-3CB9-4B26-B917-FB789D538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49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53611-29E8-71F5-C2A0-7C31FAFB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969" y="1409198"/>
            <a:ext cx="10920046" cy="156260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(Last-In, First-Out)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also known as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an important data structure used to store and retrieve data in the reverse order of its entry: the data entered last will be retrieved first.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CE1C9-2F58-25C4-6AE4-27855C7AE526}"/>
              </a:ext>
            </a:extLst>
          </p:cNvPr>
          <p:cNvSpPr txBox="1"/>
          <p:nvPr/>
        </p:nvSpPr>
        <p:spPr>
          <a:xfrm>
            <a:off x="720969" y="3355921"/>
            <a:ext cx="109200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has two important parameters: the number of memory cells and the data width, which determine the LIFO capacity. Two characteristic parameters of LIFO are: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memory cells, also known as LIFO depth.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cell width, corresponding to the width of the data being written and read.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364446-E41D-A583-4003-F6CEBD90CC20}"/>
              </a:ext>
            </a:extLst>
          </p:cNvPr>
          <p:cNvSpPr txBox="1"/>
          <p:nvPr/>
        </p:nvSpPr>
        <p:spPr>
          <a:xfrm>
            <a:off x="1688123" y="424851"/>
            <a:ext cx="88098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42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CC196-CF4B-4200-A807-A1B18E6E3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2651613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parameters above will determine the LIFO capacity. For example, if a LIFO has 4 memory cells and each cell stores 8 bits of data, the LIFO capacity is 4 * 8 = 32 bits or 4 bytes. To address the memory cells of the LIFO, a commonly used method is to use a write pointer and a read pointer. The pointer here is essentially a sequential counter.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D9EEFB9-FD9D-E5BA-9ECB-A51AAFB8E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2701925"/>
            <a:ext cx="6457950" cy="379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040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6D601-CD5C-9ED2-49C1-DFB80FDFA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617"/>
            <a:ext cx="10515600" cy="54927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LIFO usually has signals to report its operating status, such as: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F4AEDA-2F8B-A64F-578A-ECDD3F738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5398527"/>
              </p:ext>
            </p:extLst>
          </p:nvPr>
        </p:nvGraphicFramePr>
        <p:xfrm>
          <a:off x="1002322" y="808892"/>
          <a:ext cx="10351478" cy="5501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460">
                  <a:extLst>
                    <a:ext uri="{9D8B030D-6E8A-4147-A177-3AD203B41FA5}">
                      <a16:colId xmlns:a16="http://schemas.microsoft.com/office/drawing/2014/main" val="4191626329"/>
                    </a:ext>
                  </a:extLst>
                </a:gridCol>
                <a:gridCol w="6634018">
                  <a:extLst>
                    <a:ext uri="{9D8B030D-6E8A-4147-A177-3AD203B41FA5}">
                      <a16:colId xmlns:a16="http://schemas.microsoft.com/office/drawing/2014/main" val="1982163453"/>
                    </a:ext>
                  </a:extLst>
                </a:gridCol>
              </a:tblGrid>
              <a:tr h="59787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Status</a:t>
                      </a:r>
                      <a:endParaRPr lang="en-US" sz="25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766868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Empty State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 not contain any data.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483377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State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entire capacity has been filled.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470802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Overflow State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full but writing continues. In this case, the data in LIFO remains unchanged and is not overwritten by new data.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28325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Underflow State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is empty but reading continues. In this case, the data output will hold the most recent old data value.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855250"/>
                  </a:ext>
                </a:extLst>
              </a:tr>
              <a:tr h="84201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Threshold State (below or above a threshold value)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example, if the amount of data in LIFO is less than or equal to 4, the low threshold is activated. The value 4 here is the low threshold.</a:t>
                      </a:r>
                      <a:endParaRPr lang="en-US" sz="2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236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44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D3D92-B2BE-465B-5878-48A08A5E9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564" y="355890"/>
            <a:ext cx="10042236" cy="53169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LEVEL BLOCK DESIGN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D87B11E-2470-F8E7-F286-8E36AE7EE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309688"/>
            <a:ext cx="9772650" cy="4238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39256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30491-FD79-9093-2C7F-4B035CE8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040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06EF2C-06B9-23BF-429E-838C06E15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659209"/>
              </p:ext>
            </p:extLst>
          </p:nvPr>
        </p:nvGraphicFramePr>
        <p:xfrm>
          <a:off x="941832" y="1042416"/>
          <a:ext cx="10625328" cy="5276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776">
                  <a:extLst>
                    <a:ext uri="{9D8B030D-6E8A-4147-A177-3AD203B41FA5}">
                      <a16:colId xmlns:a16="http://schemas.microsoft.com/office/drawing/2014/main" val="2992525291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1109991163"/>
                    </a:ext>
                  </a:extLst>
                </a:gridCol>
              </a:tblGrid>
              <a:tr h="511252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466551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signal.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877426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rst_n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Active-low reset signal.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35987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write signal into LIFO.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821930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read signal from LIFO.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558718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data_in[DATA_WIDTH-1:0]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write bus with DATA_WIDTH bits.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180911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low_th[POINTER_WIDTH-1:0]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threshold configuration signal with POINTER_WIDTH bits.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032630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high_th[POINTER_WIDTH-1:0]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threshold configuration signal with POINTER_WIDTH bits.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4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17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3419F-41CF-B160-259D-4DC97DDE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3D51A-20F5-209A-2AB0-526A7401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30402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C148BC-EF7C-3B33-3FD3-9F60297F5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39404"/>
              </p:ext>
            </p:extLst>
          </p:nvPr>
        </p:nvGraphicFramePr>
        <p:xfrm>
          <a:off x="941832" y="1042416"/>
          <a:ext cx="10625328" cy="5276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6784">
                  <a:extLst>
                    <a:ext uri="{9D8B030D-6E8A-4147-A177-3AD203B41FA5}">
                      <a16:colId xmlns:a16="http://schemas.microsoft.com/office/drawing/2014/main" val="2992525291"/>
                    </a:ext>
                  </a:extLst>
                </a:gridCol>
                <a:gridCol w="6638544">
                  <a:extLst>
                    <a:ext uri="{9D8B030D-6E8A-4147-A177-3AD203B41FA5}">
                      <a16:colId xmlns:a16="http://schemas.microsoft.com/office/drawing/2014/main" val="1109991163"/>
                    </a:ext>
                  </a:extLst>
                </a:gridCol>
              </a:tblGrid>
              <a:tr h="511252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466551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lifo_empty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reporting LIFO is empty.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877426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lifo_full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reporting LIFO is full.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035987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lifo_low_th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reporting LIFO is below the low threshold.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821930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lifo_high_th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reporting LIFO is higher than or equal to the high threshold.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558718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lifo_ov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reporting LIFO overflow.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180911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lifo_ud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reporting LIFO underflow.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0032630"/>
                  </a:ext>
                </a:extLst>
              </a:tr>
              <a:tr h="680782"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lifo_data_out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[DATA_WIDTH-1:0]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read bus with DATA_WIDTH bits.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43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2320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93B72E-5FA8-FAB1-6040-0F5F62A72903}"/>
              </a:ext>
            </a:extLst>
          </p:cNvPr>
          <p:cNvSpPr txBox="1"/>
          <p:nvPr/>
        </p:nvSpPr>
        <p:spPr>
          <a:xfrm>
            <a:off x="635977" y="411553"/>
            <a:ext cx="1092004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DATA_WIDTH: Sets the number of bits for 1 LIFO data cell, corresponding to the width of the write/read data bus. 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POINTER_WIDTH: Sets the width of the write/read pointer. This value will determine the number of LIFO memory cells according to the formula: Number of LIFO memory cells =2^POINTER_WIDTH. For example, if POINTER_WIDTH is configured as 3, the number of LIFO memory cells is  2^3 = 8 cells. </a:t>
            </a:r>
            <a:endParaRPr lang="vi-V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ABAC98-3C65-B685-A780-43FA3CFE1FB9}"/>
              </a:ext>
            </a:extLst>
          </p:cNvPr>
          <p:cNvSpPr txBox="1"/>
          <p:nvPr/>
        </p:nvSpPr>
        <p:spPr>
          <a:xfrm>
            <a:off x="752328" y="4351277"/>
            <a:ext cx="110332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LIFO does not allow simultaneous reading and writing, meaning only reading or writing can occur at a single point in time.</a:t>
            </a:r>
          </a:p>
        </p:txBody>
      </p:sp>
    </p:spTree>
    <p:extLst>
      <p:ext uri="{BB962C8B-B14F-4D97-AF65-F5344CB8AC3E}">
        <p14:creationId xmlns:p14="http://schemas.microsoft.com/office/powerpoint/2010/main" val="2910097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8C495-3B51-C01E-FA45-06CE6F22E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Read/Write Pointer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3AF10-BB53-399E-4853-AE691118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42670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 and write pointer for this LIFO design is just a single counter that operates according to the principle: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by 1 when writing.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by 1 when reading.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read/write pointer circuit can be implemented in two ways: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1 adder and 1 subtractor.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1 adder and 1 MUX. This method is based on the principle of converting a subtractor into a 2's complement addition circuit.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EDC04CC-844A-EC99-0098-F5F1F2D1C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49747" y="1940438"/>
            <a:ext cx="4788505" cy="4011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80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679</Words>
  <Application>Microsoft Office PowerPoint</Application>
  <PresentationFormat>Widescreen</PresentationFormat>
  <Paragraphs>66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Times New Roman</vt:lpstr>
      <vt:lpstr>Office Theme</vt:lpstr>
      <vt:lpstr>LIFO (Last-In, First-Out), also known as a Stack, is an important data structure used to store and retrieve data in the reverse order of its entry: the data entered last will be retrieved first.</vt:lpstr>
      <vt:lpstr>The two parameters above will determine the LIFO capacity. For example, if a LIFO has 4 memory cells and each cell stores 8 bits of data, the LIFO capacity is 4 * 8 = 32 bits or 4 bytes. To address the memory cells of the LIFO, a commonly used method is to use a write pointer and a read pointer. The pointer here is essentially a sequential counter.</vt:lpstr>
      <vt:lpstr>LIFO usually has signals to report its operating status, such as:</vt:lpstr>
      <vt:lpstr>HIGH LEVEL BLOCK DESIGN</vt:lpstr>
      <vt:lpstr>Input: </vt:lpstr>
      <vt:lpstr>Output:</vt:lpstr>
      <vt:lpstr>PowerPoint Presentation</vt:lpstr>
      <vt:lpstr>Read/Write Pointer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Anh Khoa</dc:creator>
  <cp:lastModifiedBy>Lê Anh Khoa</cp:lastModifiedBy>
  <cp:revision>2</cp:revision>
  <dcterms:created xsi:type="dcterms:W3CDTF">2026-01-02T06:20:54Z</dcterms:created>
  <dcterms:modified xsi:type="dcterms:W3CDTF">2026-01-02T17:05:17Z</dcterms:modified>
</cp:coreProperties>
</file>