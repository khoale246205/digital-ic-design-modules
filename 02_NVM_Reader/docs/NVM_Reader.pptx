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6D11-FBB3-842D-8638-5E50C1319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668D6-0FF3-F965-9337-853AF4D95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6DDA9-DAA5-17FD-095A-AE746F6E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1383C-7073-E038-87FC-5CB50355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C99F7-105A-EF35-117E-ABC7F6D1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0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E862-A3DE-0835-4CFA-6375FC6B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9DFCE-0C6B-F719-C417-5C578895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E59F4-3A64-F68A-3AF1-E60CD91FE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872B3-44ED-6A16-783C-A08E9857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E8129-675A-EE76-B815-3E1D1120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2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11FBC-29C4-78B6-4EA1-D30E093E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E901B-3F74-55CF-44EE-6BC7792EB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2185B-BEF7-4DC4-BC77-E8258B9E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EBB02-271E-CE6C-F4E4-89993CD6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3E610-6E45-4BE1-FA28-6DD496E2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2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CA7A-A55B-1CDA-83E8-92F0B4DD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58EE-200F-57A7-5D7E-9D6020672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9BCAA-96AB-612F-4BC0-33B15975C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4B63E-730E-6221-CE63-09219176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0CAF8-1D04-EB97-B535-89E06E4F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C95B8-0D2F-8468-75AB-4001F393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7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FE1E-FE93-B5BB-4700-F706AC97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E8AB7-6CB0-05DF-19DE-5C247C4CC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BBFC8-5D7E-B883-C5FB-0BDE43F68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44008-0AA4-6D89-8C30-E34D4AB42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912CC-4064-9995-F29B-56FF49B54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EA384-1744-E0A6-7631-BB6CA889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3C8FB-22CD-4383-9CC9-11B03E9C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AE093-785F-5BEE-E104-7B138F81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F406-BAF4-154F-C248-5CAECEC0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15543-AD86-A34D-C2CB-DA67EBE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69231-5ED6-E176-5013-9DDAEB77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D428F-D3F3-5CAD-1840-3AB8951C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8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B4779-0DAF-CCCB-18EC-3496FAED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FF980-384D-F547-9A72-5BB1ED05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FFFBE-227D-CCDF-2ED8-A952C8DB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2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9EC9-2CEB-546A-9531-1B91FC29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A88C0-C886-CAA1-B86E-2D20AFB38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799CB-62C1-3452-9BD1-FF04802F9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894D5-BF7E-4B75-115D-5CFD3FFC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0FECB-E214-BA00-3D42-8888595E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5ACFB-FF2E-A841-BFB7-D261CE23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9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BE36-2561-4AEF-B73F-95201743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BC2D8-CBFF-C10B-6558-1B2B37A79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4460F-9746-D978-9E63-378D28AF3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D8F13-6F53-4084-32CD-8B40E87F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D24DF-73B8-594B-A804-EC5F0D0C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C0C81-AF6B-C057-24D7-C4A613F9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0078-9909-BE43-C987-66F2C16F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D5CA9-3E46-CF77-1755-69E5BE6AF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5556A-384E-5295-40A7-FD5096B2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39B9B-D737-598E-F616-4BA51A2E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A8F7F-794D-53BB-FB71-21F6C5EC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5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7BB81-33F5-95FC-D931-41272D129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8A956-5367-33B4-8851-042014009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741A5-E0F1-D368-BC59-E99684AA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50E3F-457B-210B-9EF9-478C924B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C59EF-04B6-3B29-AAF1-C5930937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411E1-CF0D-D492-3EFC-8EAE87FC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C3F03-06FD-97C4-8725-300B1A95E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A863F-174E-0647-D9F3-A79F8B907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712E6-E1A4-4458-A61D-B2FC9B4431E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23C9-5D5F-7DF2-1B32-454044E2D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BF42E-8578-0629-C0F1-E0EA9C4EF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F5D9F-ED1F-4E57-94FC-3CE9B7DEF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9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5C2F7C-56D7-820E-2264-D465CC187788}"/>
              </a:ext>
            </a:extLst>
          </p:cNvPr>
          <p:cNvSpPr txBox="1"/>
          <p:nvPr/>
        </p:nvSpPr>
        <p:spPr>
          <a:xfrm>
            <a:off x="3337089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1. High Level Block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C2795F-C424-4D5E-2302-A0AD2C291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337" y="1492070"/>
            <a:ext cx="8405325" cy="5103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689989-3B4A-669D-C7FC-E48EF45218F2}"/>
              </a:ext>
            </a:extLst>
          </p:cNvPr>
          <p:cNvSpPr txBox="1"/>
          <p:nvPr/>
        </p:nvSpPr>
        <p:spPr>
          <a:xfrm>
            <a:off x="4100660" y="954015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Module</a:t>
            </a:r>
          </a:p>
        </p:txBody>
      </p:sp>
    </p:spTree>
    <p:extLst>
      <p:ext uri="{BB962C8B-B14F-4D97-AF65-F5344CB8AC3E}">
        <p14:creationId xmlns:p14="http://schemas.microsoft.com/office/powerpoint/2010/main" val="2758396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80D75-1A89-F13E-0232-4EFC2997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00" y="1180771"/>
            <a:ext cx="6982799" cy="5401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853646-D958-082C-9D25-47CCE486FF96}"/>
              </a:ext>
            </a:extLst>
          </p:cNvPr>
          <p:cNvSpPr txBox="1"/>
          <p:nvPr/>
        </p:nvSpPr>
        <p:spPr>
          <a:xfrm>
            <a:off x="4081807" y="539235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80440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0B7DAE-5C61-9C75-D256-ECE92BD31595}"/>
              </a:ext>
            </a:extLst>
          </p:cNvPr>
          <p:cNvSpPr txBox="1"/>
          <p:nvPr/>
        </p:nvSpPr>
        <p:spPr>
          <a:xfrm>
            <a:off x="3337089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2. Low Level Block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7D39D-0EF2-CC0F-3F9D-D94C686AA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55" y="1772239"/>
            <a:ext cx="11316490" cy="4735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4CD921-8C9D-A7C3-21D6-B71829CB637A}"/>
              </a:ext>
            </a:extLst>
          </p:cNvPr>
          <p:cNvSpPr txBox="1"/>
          <p:nvPr/>
        </p:nvSpPr>
        <p:spPr>
          <a:xfrm>
            <a:off x="4100660" y="916307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PISO</a:t>
            </a:r>
          </a:p>
        </p:txBody>
      </p:sp>
    </p:spTree>
    <p:extLst>
      <p:ext uri="{BB962C8B-B14F-4D97-AF65-F5344CB8AC3E}">
        <p14:creationId xmlns:p14="http://schemas.microsoft.com/office/powerpoint/2010/main" val="333999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BD1575-303F-B8C3-C284-0C556F1EF5BC}"/>
              </a:ext>
            </a:extLst>
          </p:cNvPr>
          <p:cNvSpPr txBox="1"/>
          <p:nvPr/>
        </p:nvSpPr>
        <p:spPr>
          <a:xfrm>
            <a:off x="4204356" y="60522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Counter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5CF487-7E2C-93A1-A77A-970C590DA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816" y="1678529"/>
            <a:ext cx="9474964" cy="425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5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69C099-EBF4-F3B7-3577-056C50FF6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4" y="1449372"/>
            <a:ext cx="5868529" cy="2773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54F3C7-0719-7340-BB5A-91DC15D18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459" y="3605573"/>
            <a:ext cx="5099902" cy="2805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88F224-C5A7-4166-8583-0BB90C9681C7}"/>
              </a:ext>
            </a:extLst>
          </p:cNvPr>
          <p:cNvSpPr txBox="1"/>
          <p:nvPr/>
        </p:nvSpPr>
        <p:spPr>
          <a:xfrm>
            <a:off x="4204356" y="60522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FSM</a:t>
            </a:r>
          </a:p>
        </p:txBody>
      </p:sp>
    </p:spTree>
    <p:extLst>
      <p:ext uri="{BB962C8B-B14F-4D97-AF65-F5344CB8AC3E}">
        <p14:creationId xmlns:p14="http://schemas.microsoft.com/office/powerpoint/2010/main" val="319887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3. Waveform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PISO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7976A-317F-09D8-D720-D19DB0957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62" y="1515256"/>
            <a:ext cx="8843876" cy="50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3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3. Waveform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8EF839-575E-4816-CA05-B13DF29FA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426" y="1515256"/>
            <a:ext cx="9059147" cy="508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3. Waveform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232635" y="90287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FSM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9F563-3AF3-7765-43AC-0677E1694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527" y="1420562"/>
            <a:ext cx="9198945" cy="517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17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3. Waveform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232635" y="90287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Controller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0C375-B9FB-6548-3A0B-48C64B816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94" y="1656205"/>
            <a:ext cx="9032412" cy="507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3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3. Waveform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B3E8D-6B51-759D-7AFD-FC8C7364E4A5}"/>
              </a:ext>
            </a:extLst>
          </p:cNvPr>
          <p:cNvSpPr txBox="1"/>
          <p:nvPr/>
        </p:nvSpPr>
        <p:spPr>
          <a:xfrm>
            <a:off x="4232635" y="90287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E517D-4DF9-C960-2A70-6B519246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76" y="1420562"/>
            <a:ext cx="9263518" cy="51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4. RTL Descriptions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PISO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D9D8E-09EC-A4E1-9751-4F8711CB6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248" y="1596076"/>
            <a:ext cx="5657504" cy="472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3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4. RTL Descriptions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Counter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4460B-EBD5-5D17-A9BA-EA1043D62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80" y="1673282"/>
            <a:ext cx="5995774" cy="47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23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4. RTL Descriptions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FSM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5A05F-E462-929A-7655-3CF44075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40" y="1825306"/>
            <a:ext cx="4840907" cy="3840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CBE8A5-BB53-20A4-10B9-7B371CD8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849" y="1825306"/>
            <a:ext cx="5423522" cy="408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35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4. RTL Descriptions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Controller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70E6E-4A3C-3A07-EB47-068042B6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46" y="1841883"/>
            <a:ext cx="4515883" cy="3710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A96A8-2CF7-5590-D01D-4030ED92D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761" y="1700482"/>
            <a:ext cx="4265293" cy="456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43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4. RTL Descriptions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50A99-2C94-8C03-9D5D-69265ADB5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90" y="1715255"/>
            <a:ext cx="4582437" cy="4636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814EDA-1CBD-FF61-BD9F-F9550BB96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26213"/>
            <a:ext cx="5614391" cy="28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88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  <a:r>
              <a:rPr lang="en-US" sz="3200" b="1"/>
              <a:t>. </a:t>
            </a:r>
            <a:r>
              <a:rPr lang="en-US" sz="3200" b="1" dirty="0"/>
              <a:t>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32635" y="950219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Testbench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73D37-47CB-4421-2028-DCEA5D81E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84" y="1609470"/>
            <a:ext cx="4949545" cy="4885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001E9F-16B0-885E-54D5-85BEF18E8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51" y="1609470"/>
            <a:ext cx="4973740" cy="488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10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5A54F-B47C-B18D-78DB-9FD778B05735}"/>
              </a:ext>
            </a:extLst>
          </p:cNvPr>
          <p:cNvSpPr txBox="1"/>
          <p:nvPr/>
        </p:nvSpPr>
        <p:spPr>
          <a:xfrm>
            <a:off x="3469064" y="262072"/>
            <a:ext cx="4901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5. Simulations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2A1CDB-105B-1EC2-71D0-011F39E5F197}"/>
              </a:ext>
            </a:extLst>
          </p:cNvPr>
          <p:cNvSpPr txBox="1"/>
          <p:nvPr/>
        </p:nvSpPr>
        <p:spPr>
          <a:xfrm>
            <a:off x="4270342" y="1383852"/>
            <a:ext cx="3374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Waveform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268CBA-8A99-FC91-26DD-DDAE66D50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" y="2464960"/>
            <a:ext cx="12189178" cy="211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1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73</Words>
  <Application>Microsoft Office PowerPoint</Application>
  <PresentationFormat>Widescreen</PresentationFormat>
  <Paragraphs>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Lê Anh Khoa</dc:creator>
  <cp:lastModifiedBy>Lê Anh Khoa</cp:lastModifiedBy>
  <cp:revision>3</cp:revision>
  <dcterms:created xsi:type="dcterms:W3CDTF">2025-07-07T05:32:22Z</dcterms:created>
  <dcterms:modified xsi:type="dcterms:W3CDTF">2025-11-23T15:56:13Z</dcterms:modified>
</cp:coreProperties>
</file>