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73" r:id="rId7"/>
    <p:sldId id="261" r:id="rId8"/>
    <p:sldId id="262" r:id="rId9"/>
    <p:sldId id="263" r:id="rId10"/>
    <p:sldId id="264" r:id="rId11"/>
    <p:sldId id="266" r:id="rId12"/>
    <p:sldId id="274" r:id="rId13"/>
    <p:sldId id="267" r:id="rId14"/>
    <p:sldId id="268" r:id="rId15"/>
    <p:sldId id="269" r:id="rId16"/>
    <p:sldId id="270" r:id="rId17"/>
    <p:sldId id="271" r:id="rId18"/>
    <p:sldId id="276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6D11-FBB3-842D-8638-5E50C1319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668D6-0FF3-F965-9337-853AF4D95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6DDA9-DAA5-17FD-095A-AE746F6E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1383C-7073-E038-87FC-5CB50355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C99F7-105A-EF35-117E-ABC7F6D1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0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E862-A3DE-0835-4CFA-6375FC6B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9DFCE-0C6B-F719-C417-5C578895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E59F4-3A64-F68A-3AF1-E60CD91FE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872B3-44ED-6A16-783C-A08E9857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E8129-675A-EE76-B815-3E1D1120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2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11FBC-29C4-78B6-4EA1-D30E093E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E901B-3F74-55CF-44EE-6BC7792EB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2185B-BEF7-4DC4-BC77-E8258B9E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EBB02-271E-CE6C-F4E4-89993CD6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3E610-6E45-4BE1-FA28-6DD496E2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2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CA7A-A55B-1CDA-83E8-92F0B4DD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58EE-200F-57A7-5D7E-9D6020672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9BCAA-96AB-612F-4BC0-33B15975C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4B63E-730E-6221-CE63-09219176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0CAF8-1D04-EB97-B535-89E06E4F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C95B8-0D2F-8468-75AB-4001F393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7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FE1E-FE93-B5BB-4700-F706AC97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E8AB7-6CB0-05DF-19DE-5C247C4C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BBFC8-5D7E-B883-C5FB-0BDE43F68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44008-0AA4-6D89-8C30-E34D4AB42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912CC-4064-9995-F29B-56FF49B54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EA384-1744-E0A6-7631-BB6CA889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3C8FB-22CD-4383-9CC9-11B03E9C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AE093-785F-5BEE-E104-7B138F81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F406-BAF4-154F-C248-5CAECEC0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15543-AD86-A34D-C2CB-DA67EBE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69231-5ED6-E176-5013-9DDAEB77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D428F-D3F3-5CAD-1840-3AB8951C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8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B4779-0DAF-CCCB-18EC-3496FAED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FF980-384D-F547-9A72-5BB1ED05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FFFBE-227D-CCDF-2ED8-A952C8DB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2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9EC9-2CEB-546A-9531-1B91FC29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A88C0-C886-CAA1-B86E-2D20AFB38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799CB-62C1-3452-9BD1-FF04802F9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894D5-BF7E-4B75-115D-5CFD3FFC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0FECB-E214-BA00-3D42-8888595E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5ACFB-FF2E-A841-BFB7-D261CE23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9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BE36-2561-4AEF-B73F-95201743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BC2D8-CBFF-C10B-6558-1B2B37A79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4460F-9746-D978-9E63-378D28AF3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D8F13-6F53-4084-32CD-8B40E87F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D24DF-73B8-594B-A804-EC5F0D0C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C0C81-AF6B-C057-24D7-C4A613F9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0078-9909-BE43-C987-66F2C16F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D5CA9-3E46-CF77-1755-69E5BE6AF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5556A-384E-5295-40A7-FD5096B2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39B9B-D737-598E-F616-4BA51A2E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A8F7F-794D-53BB-FB71-21F6C5EC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5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7BB81-33F5-95FC-D931-41272D129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8A956-5367-33B4-8851-042014009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741A5-E0F1-D368-BC59-E99684AA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50E3F-457B-210B-9EF9-478C924B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C59EF-04B6-3B29-AAF1-C5930937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411E1-CF0D-D492-3EFC-8EAE87FC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C3F03-06FD-97C4-8725-300B1A95E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A863F-174E-0647-D9F3-A79F8B907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712E6-E1A4-4458-A61D-B2FC9B4431E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23C9-5D5F-7DF2-1B32-454044E2D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BF42E-8578-0629-C0F1-E0EA9C4EF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9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5C2F7C-56D7-820E-2264-D465CC187788}"/>
              </a:ext>
            </a:extLst>
          </p:cNvPr>
          <p:cNvSpPr txBox="1"/>
          <p:nvPr/>
        </p:nvSpPr>
        <p:spPr>
          <a:xfrm>
            <a:off x="3337089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1. High Level Block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89989-3B4A-669D-C7FC-E48EF45218F2}"/>
              </a:ext>
            </a:extLst>
          </p:cNvPr>
          <p:cNvSpPr txBox="1"/>
          <p:nvPr/>
        </p:nvSpPr>
        <p:spPr>
          <a:xfrm>
            <a:off x="4100660" y="954015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EF04C7-3333-DC49-B0E5-A664627B4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58" y="1415680"/>
            <a:ext cx="10263883" cy="535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96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853646-D958-082C-9D25-47CCE486FF96}"/>
              </a:ext>
            </a:extLst>
          </p:cNvPr>
          <p:cNvSpPr txBox="1"/>
          <p:nvPr/>
        </p:nvSpPr>
        <p:spPr>
          <a:xfrm>
            <a:off x="4408602" y="308560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Counter Decoder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324011-9F40-B4C1-5EC3-005CB7697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08" y="992810"/>
            <a:ext cx="10913384" cy="532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0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88F224-C5A7-4166-8583-0BB90C9681C7}"/>
              </a:ext>
            </a:extLst>
          </p:cNvPr>
          <p:cNvSpPr txBox="1"/>
          <p:nvPr/>
        </p:nvSpPr>
        <p:spPr>
          <a:xfrm>
            <a:off x="4408602" y="634727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FSM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EA480-0C60-B9FE-AF78-0593EF75B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58" y="1144392"/>
            <a:ext cx="6651362" cy="2607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2A98A-3685-8B96-233D-E0A1A2A37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340" y="3850174"/>
            <a:ext cx="6849431" cy="2886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440117-A748-38B8-F228-02094DC30D19}"/>
              </a:ext>
            </a:extLst>
          </p:cNvPr>
          <p:cNvSpPr txBox="1"/>
          <p:nvPr/>
        </p:nvSpPr>
        <p:spPr>
          <a:xfrm>
            <a:off x="3731739" y="0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2. Low Level Block Design</a:t>
            </a:r>
          </a:p>
        </p:txBody>
      </p:sp>
    </p:spTree>
    <p:extLst>
      <p:ext uri="{BB962C8B-B14F-4D97-AF65-F5344CB8AC3E}">
        <p14:creationId xmlns:p14="http://schemas.microsoft.com/office/powerpoint/2010/main" val="319887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4CD921-8C9D-A7C3-21D6-B71829CB637A}"/>
              </a:ext>
            </a:extLst>
          </p:cNvPr>
          <p:cNvSpPr txBox="1"/>
          <p:nvPr/>
        </p:nvSpPr>
        <p:spPr>
          <a:xfrm>
            <a:off x="4408602" y="283096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Second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025FD-9049-A9D3-0432-B2AEABB45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3" y="1016445"/>
            <a:ext cx="11216794" cy="536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9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BD1575-303F-B8C3-C284-0C556F1EF5BC}"/>
              </a:ext>
            </a:extLst>
          </p:cNvPr>
          <p:cNvSpPr txBox="1"/>
          <p:nvPr/>
        </p:nvSpPr>
        <p:spPr>
          <a:xfrm>
            <a:off x="4408601" y="50248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Light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F35D0-3319-7465-A897-4674438BD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19" y="1624347"/>
            <a:ext cx="11842961" cy="435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5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4CD921-8C9D-A7C3-21D6-B71829CB637A}"/>
              </a:ext>
            </a:extLst>
          </p:cNvPr>
          <p:cNvSpPr txBox="1"/>
          <p:nvPr/>
        </p:nvSpPr>
        <p:spPr>
          <a:xfrm>
            <a:off x="4408602" y="87887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Decimal Split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6A707-1874-9CA0-781D-3301CEBB7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49" y="803198"/>
            <a:ext cx="10459702" cy="574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2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3. Waveform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FSM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64063-3D99-4F75-FE1A-2B0EE62D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1" y="2005850"/>
            <a:ext cx="11936777" cy="264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3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408602" y="1412556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Second Counter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0CDEA-68C7-63B5-D3B7-031019F6D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96" y="2350688"/>
            <a:ext cx="11805007" cy="263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232635" y="1324113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Light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58EB4-FE2B-E272-C268-EAFF1A3D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3" y="2551115"/>
            <a:ext cx="11897474" cy="233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1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408602" y="195211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Counter Decoder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A467E-635C-546F-C528-A581A62F7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40" y="896085"/>
            <a:ext cx="11595120" cy="54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3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645031" y="31029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4. RTL Descriptions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408602" y="615804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FSM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AB982-0C97-C2E2-F739-0B555B03C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81" y="846636"/>
            <a:ext cx="4901938" cy="5896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D89AA8-662B-B6BC-3C4E-99ABC0A74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465" y="1662244"/>
            <a:ext cx="5967187" cy="320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3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408601" y="2058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Second Counter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D02BA-4652-B32A-61E7-E150F0330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016" y="747804"/>
            <a:ext cx="7881968" cy="573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9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408601" y="2058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Light Counter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33022E-3825-C0DE-39DD-C775FA068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139" y="858300"/>
            <a:ext cx="6315722" cy="566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2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408602" y="113015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Decimal Split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7CC7DD-5F84-0A4C-CD79-8CB3B25BB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9" y="731567"/>
            <a:ext cx="5157625" cy="5807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478346-3217-607F-74C6-F1AB735D5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64603"/>
            <a:ext cx="5577207" cy="324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35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1696487" y="257191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HEX2SEG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22AB4-93C1-D033-9774-C26F722F0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51" y="1135559"/>
            <a:ext cx="5492269" cy="5234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2E7A5-4BC7-D429-A5F5-182ED73F6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937" y="1135559"/>
            <a:ext cx="4131361" cy="53938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5D8C86-615E-0D09-CF06-8A9F46C2E65E}"/>
              </a:ext>
            </a:extLst>
          </p:cNvPr>
          <p:cNvSpPr txBox="1"/>
          <p:nvPr/>
        </p:nvSpPr>
        <p:spPr>
          <a:xfrm>
            <a:off x="7538219" y="27547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Counter Decoder</a:t>
            </a:r>
          </a:p>
        </p:txBody>
      </p:sp>
    </p:spTree>
    <p:extLst>
      <p:ext uri="{BB962C8B-B14F-4D97-AF65-F5344CB8AC3E}">
        <p14:creationId xmlns:p14="http://schemas.microsoft.com/office/powerpoint/2010/main" val="2103243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408602" y="15910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19D00-9866-2C73-ABCA-9ACF2FAEC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09" y="933423"/>
            <a:ext cx="5056088" cy="5385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D8A46D-1761-B9B3-C72B-9497497DF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928" y="820572"/>
            <a:ext cx="4758195" cy="578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88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  <a:r>
              <a:rPr lang="en-US" sz="3200" b="1"/>
              <a:t>. </a:t>
            </a:r>
            <a:r>
              <a:rPr lang="en-US" sz="3200" b="1" dirty="0"/>
              <a:t>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Testbench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38A377-27C5-D586-4C61-9526FB7A5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510" y="1934313"/>
            <a:ext cx="5408508" cy="3798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E9601C-CF6F-209C-58BA-F5EEEAA2F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71" y="1589665"/>
            <a:ext cx="4881026" cy="468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10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558141" y="54556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5. 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321712" y="565185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Waveform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939EC4-BD5A-FDE6-AD5A-661D4A3BA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9" y="1126989"/>
            <a:ext cx="11820572" cy="2415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C9992B-F62E-734B-2767-5C247405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9" y="3927522"/>
            <a:ext cx="11756333" cy="22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8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5. 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321712" y="846847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Waveform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BF5F6-1509-859A-2E3C-01A58F361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2" y="1630858"/>
            <a:ext cx="11825555" cy="43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1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61</Words>
  <Application>Microsoft Office PowerPoint</Application>
  <PresentationFormat>Widescreen</PresentationFormat>
  <Paragraphs>27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Lê Anh Khoa</dc:creator>
  <cp:lastModifiedBy>Lê Anh Khoa</cp:lastModifiedBy>
  <cp:revision>4</cp:revision>
  <dcterms:created xsi:type="dcterms:W3CDTF">2025-07-07T05:32:22Z</dcterms:created>
  <dcterms:modified xsi:type="dcterms:W3CDTF">2025-07-20T06:28:09Z</dcterms:modified>
</cp:coreProperties>
</file>